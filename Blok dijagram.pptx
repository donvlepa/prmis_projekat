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1B1D-3BBC-92C5-A847-666561B06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B3F97-62D0-54B7-C88D-0B3FC0FFF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C0857-F47F-F087-2353-97781966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E21F1-93B4-F1D1-E7D0-63F9BD15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295F3-0C3C-1753-90E0-5E2F6640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0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C7A9-271E-38DD-CE48-A56FA2D65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5FBDE-AC2B-04DA-5D5F-EABE9C65E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B4F9B-0D54-FBD7-6141-9B039FDC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3D813-2E48-1599-40B7-756BCFD3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9E89F-F772-9C95-F4E8-D09BACA9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6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7F4D-5ACB-2CA1-3B18-21F95EA5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0E84A-F279-BF18-4994-BA156BD35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7259F-1B99-EBB4-05B6-D4C058AF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01DF-070C-3BCF-25AD-27F3C996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F8A67-CDCC-AE54-0F6F-9F993721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7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80F4-DDBF-94DE-4083-D508B9B6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20C3-F1DB-EA11-D696-CB635D02F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41AB3-5142-8116-2AEC-60D70049D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830B2-826A-9790-4E11-CF6C783F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891AA-B6C4-7CF4-A0A9-664CCE4E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09E62-A3FC-465E-055B-C93695D6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9FD2-C451-C2F9-BA57-73BCC67F4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A6771-F7A0-86DD-C7BB-29E27DBE9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EB64C-E11D-F2C1-FBF6-B5C436983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59368-FE82-1BB4-D255-40D8DFF3D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AF73E-67E8-4E97-2EBA-F0CA0E24D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873F7-9FF3-A179-2D71-08D50E37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F71CC-FD7A-E15D-B87E-42E6723A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A24FD-38B2-E257-FE79-FB2200E7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3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0A2D-9D5C-B42B-B37B-AE048530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65C7B-FCF0-CD1A-39DF-E9E68127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48E31-8C07-3D45-A5B4-5CD4FC96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37849-8AEE-7DC1-2AC0-69083258B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8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153E3-19B0-BDA5-2DE6-0F0E4EE1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D25F9-9E48-029F-0A31-FEEBFF67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F0F75-BA81-E101-4842-A5C5992A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5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3800-1F05-82D4-6A95-70322130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740C-4162-FEA3-D28C-E49B26C40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62E86-80EC-73FC-1ADF-4E0B4DF92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BA44D-3056-A973-DB74-6DB18ACC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D71C5-228A-4154-1F56-D3569CB4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75B66-B851-C35F-BF18-570DA2F7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56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943D-4AF9-3983-7289-554F8679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51D717-ED34-B8B5-4E26-5F4B621A16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72E97-47D0-9738-9A1B-8D8C6FA0C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28302-3E73-82FD-F8AA-366397027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1EC51-4C37-6787-A706-780B263E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FF53D-3EC0-C4C4-F510-8F9F23C2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2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39EB-80B9-C5E0-F3EB-95633BE1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21BBC-1AFD-6BC9-9BB1-9F772A98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B39A3-6819-CF4E-F137-E8FED76D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2E7BA-5A7C-5714-38F1-82787442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3BBC7-2481-52E9-1B38-5EB160CF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72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52575C-56B9-8F87-F469-3F7F16D2D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C500C-7903-FA83-E4B5-2A8FD974F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8659D-AFF9-9B83-E79C-727982D6D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E67B3-EE87-9935-2823-FA35B0CB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54CF8-E287-E01A-BD71-DCFC9BAF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2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BBF2B-D210-B1B5-C475-F5A8C605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26E27-E67B-1EED-B88D-015C0F124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E14E4-F37A-F3D6-E5D2-9EDE3B659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8B6F4-6899-40D9-9B46-E3301F683BC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5774C-BBE4-522E-0523-8EC638C1C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9981A-0683-C34E-ECE1-42EF7E572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9CE2E-7E46-4103-84BD-EABB1EF7F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9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06169C-38C2-7EB2-FDC2-0877E3296D3B}"/>
              </a:ext>
            </a:extLst>
          </p:cNvPr>
          <p:cNvSpPr/>
          <p:nvPr/>
        </p:nvSpPr>
        <p:spPr>
          <a:xfrm>
            <a:off x="4601851" y="113119"/>
            <a:ext cx="2988297" cy="999242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89B38-2304-3487-76FE-4EEF6EE7A50F}"/>
              </a:ext>
            </a:extLst>
          </p:cNvPr>
          <p:cNvSpPr txBox="1"/>
          <p:nvPr/>
        </p:nvSpPr>
        <p:spPr>
          <a:xfrm>
            <a:off x="4667836" y="251897"/>
            <a:ext cx="2856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chemeClr val="bg1"/>
                </a:solidFill>
                <a:latin typeface="Arial Black" panose="020B0A04020102020204" pitchFamily="34" charset="0"/>
              </a:rPr>
              <a:t>Centralni</a:t>
            </a:r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111CE4-2A28-179C-97D6-1621A685880D}"/>
              </a:ext>
            </a:extLst>
          </p:cNvPr>
          <p:cNvSpPr/>
          <p:nvPr/>
        </p:nvSpPr>
        <p:spPr>
          <a:xfrm>
            <a:off x="857839" y="1498859"/>
            <a:ext cx="1545996" cy="1159497"/>
          </a:xfrm>
          <a:prstGeom prst="rect">
            <a:avLst/>
          </a:prstGeom>
          <a:solidFill>
            <a:schemeClr val="accent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0D7092-1389-5E5F-FA93-D4B79CFD2103}"/>
              </a:ext>
            </a:extLst>
          </p:cNvPr>
          <p:cNvSpPr/>
          <p:nvPr/>
        </p:nvSpPr>
        <p:spPr>
          <a:xfrm>
            <a:off x="9788165" y="1498858"/>
            <a:ext cx="1545996" cy="1159497"/>
          </a:xfrm>
          <a:prstGeom prst="rect">
            <a:avLst/>
          </a:prstGeom>
          <a:solidFill>
            <a:schemeClr val="accent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Computer">
            <a:extLst>
              <a:ext uri="{FF2B5EF4-FFF2-40B4-BE49-F238E27FC236}">
                <a16:creationId xmlns:a16="http://schemas.microsoft.com/office/drawing/2014/main" id="{A8B71027-98A0-3E16-A113-25FD40C7C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637" y="1743955"/>
            <a:ext cx="914400" cy="914400"/>
          </a:xfrm>
          <a:prstGeom prst="rect">
            <a:avLst/>
          </a:prstGeom>
        </p:spPr>
      </p:pic>
      <p:pic>
        <p:nvPicPr>
          <p:cNvPr id="10" name="Graphic 9" descr="Computer">
            <a:extLst>
              <a:ext uri="{FF2B5EF4-FFF2-40B4-BE49-F238E27FC236}">
                <a16:creationId xmlns:a16="http://schemas.microsoft.com/office/drawing/2014/main" id="{2A85618D-DBD9-C5B1-D9C7-407874DEC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3963" y="1743955"/>
            <a:ext cx="914400" cy="9144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1BC5E8-45D7-F6E6-826F-345DF2FB641A}"/>
              </a:ext>
            </a:extLst>
          </p:cNvPr>
          <p:cNvCxnSpPr>
            <a:cxnSpLocks/>
          </p:cNvCxnSpPr>
          <p:nvPr/>
        </p:nvCxnSpPr>
        <p:spPr>
          <a:xfrm>
            <a:off x="2583335" y="2045059"/>
            <a:ext cx="7025326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6A2616-BD32-959C-89C7-32747E57580B}"/>
              </a:ext>
            </a:extLst>
          </p:cNvPr>
          <p:cNvCxnSpPr>
            <a:cxnSpLocks/>
          </p:cNvCxnSpPr>
          <p:nvPr/>
        </p:nvCxnSpPr>
        <p:spPr>
          <a:xfrm>
            <a:off x="6095998" y="1204271"/>
            <a:ext cx="0" cy="77535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30C5D96-29D4-57B7-C68C-370B2A1485E2}"/>
              </a:ext>
            </a:extLst>
          </p:cNvPr>
          <p:cNvSpPr txBox="1"/>
          <p:nvPr/>
        </p:nvSpPr>
        <p:spPr>
          <a:xfrm>
            <a:off x="857839" y="1498858"/>
            <a:ext cx="15459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</a:rPr>
              <a:t>Igra</a:t>
            </a:r>
            <a:r>
              <a:rPr lang="sr-Latn-RS" sz="2000" b="1" dirty="0">
                <a:solidFill>
                  <a:schemeClr val="bg1"/>
                </a:solidFill>
              </a:rPr>
              <a:t>č 1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EC2314-6562-CBCC-283D-7B9552751E88}"/>
              </a:ext>
            </a:extLst>
          </p:cNvPr>
          <p:cNvSpPr txBox="1"/>
          <p:nvPr/>
        </p:nvSpPr>
        <p:spPr>
          <a:xfrm>
            <a:off x="9788165" y="1493615"/>
            <a:ext cx="15459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</a:rPr>
              <a:t>Igra</a:t>
            </a:r>
            <a:r>
              <a:rPr lang="sr-Latn-RS" sz="2000" b="1" dirty="0">
                <a:solidFill>
                  <a:schemeClr val="bg1"/>
                </a:solidFill>
              </a:rPr>
              <a:t>č 2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F82040-0E88-F660-6916-E1E097C03D70}"/>
              </a:ext>
            </a:extLst>
          </p:cNvPr>
          <p:cNvSpPr txBox="1"/>
          <p:nvPr/>
        </p:nvSpPr>
        <p:spPr>
          <a:xfrm>
            <a:off x="2894030" y="1634367"/>
            <a:ext cx="183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TCP prijava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CF8BD6-42BD-C0B8-F79B-4EE3CB924DFE}"/>
              </a:ext>
            </a:extLst>
          </p:cNvPr>
          <p:cNvSpPr txBox="1"/>
          <p:nvPr/>
        </p:nvSpPr>
        <p:spPr>
          <a:xfrm>
            <a:off x="7458172" y="1634367"/>
            <a:ext cx="183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r-Latn-RS" b="1" dirty="0"/>
              <a:t>TCP prijava</a:t>
            </a:r>
            <a:endParaRPr lang="en-US" b="1" dirty="0"/>
          </a:p>
        </p:txBody>
      </p:sp>
      <p:pic>
        <p:nvPicPr>
          <p:cNvPr id="23" name="Graphic 22" descr="User">
            <a:extLst>
              <a:ext uri="{FF2B5EF4-FFF2-40B4-BE49-F238E27FC236}">
                <a16:creationId xmlns:a16="http://schemas.microsoft.com/office/drawing/2014/main" id="{78607560-EDE5-79B3-802F-EC13B17935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496" y="3647600"/>
            <a:ext cx="1203624" cy="1091942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971583-4958-E0B5-7C24-A4CB05025F0E}"/>
              </a:ext>
            </a:extLst>
          </p:cNvPr>
          <p:cNvCxnSpPr>
            <a:cxnSpLocks/>
          </p:cNvCxnSpPr>
          <p:nvPr/>
        </p:nvCxnSpPr>
        <p:spPr>
          <a:xfrm>
            <a:off x="1630837" y="2866333"/>
            <a:ext cx="0" cy="88553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Monitor">
            <a:extLst>
              <a:ext uri="{FF2B5EF4-FFF2-40B4-BE49-F238E27FC236}">
                <a16:creationId xmlns:a16="http://schemas.microsoft.com/office/drawing/2014/main" id="{535203DF-BC2E-CA73-6061-C0F50EAF96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1131" y="3931723"/>
            <a:ext cx="919035" cy="759387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6124F79-5F83-5D2C-79EC-8A089B0E2281}"/>
              </a:ext>
            </a:extLst>
          </p:cNvPr>
          <p:cNvCxnSpPr>
            <a:cxnSpLocks/>
          </p:cNvCxnSpPr>
          <p:nvPr/>
        </p:nvCxnSpPr>
        <p:spPr>
          <a:xfrm>
            <a:off x="1868825" y="3120271"/>
            <a:ext cx="209986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24BD635-57E2-8913-59A6-48654223578A}"/>
              </a:ext>
            </a:extLst>
          </p:cNvPr>
          <p:cNvCxnSpPr>
            <a:cxnSpLocks/>
          </p:cNvCxnSpPr>
          <p:nvPr/>
        </p:nvCxnSpPr>
        <p:spPr>
          <a:xfrm flipV="1">
            <a:off x="1868825" y="3544499"/>
            <a:ext cx="2099860" cy="109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3A526C-7348-4A80-1870-759A3E832E5A}"/>
              </a:ext>
            </a:extLst>
          </p:cNvPr>
          <p:cNvSpPr txBox="1"/>
          <p:nvPr/>
        </p:nvSpPr>
        <p:spPr>
          <a:xfrm>
            <a:off x="1812264" y="3247699"/>
            <a:ext cx="2212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b="1" dirty="0"/>
              <a:t>Pozicija loptice i reketa</a:t>
            </a:r>
            <a:endParaRPr lang="en-US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27265E-88E8-BBD7-A448-7B129EBA2D6F}"/>
              </a:ext>
            </a:extLst>
          </p:cNvPr>
          <p:cNvSpPr txBox="1"/>
          <p:nvPr/>
        </p:nvSpPr>
        <p:spPr>
          <a:xfrm>
            <a:off x="1844100" y="2820290"/>
            <a:ext cx="2099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b="1" dirty="0"/>
              <a:t>UDP Port 1001-1002</a:t>
            </a:r>
            <a:endParaRPr lang="en-US" sz="1400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4A5E5F-ED6B-2D58-BC93-8AE559F3DC0E}"/>
              </a:ext>
            </a:extLst>
          </p:cNvPr>
          <p:cNvCxnSpPr>
            <a:cxnSpLocks/>
          </p:cNvCxnSpPr>
          <p:nvPr/>
        </p:nvCxnSpPr>
        <p:spPr>
          <a:xfrm>
            <a:off x="8184783" y="3565646"/>
            <a:ext cx="207513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0A698A2-3644-4D22-2F4C-9C56EF1EC013}"/>
              </a:ext>
            </a:extLst>
          </p:cNvPr>
          <p:cNvCxnSpPr>
            <a:cxnSpLocks/>
          </p:cNvCxnSpPr>
          <p:nvPr/>
        </p:nvCxnSpPr>
        <p:spPr>
          <a:xfrm>
            <a:off x="10565877" y="2866333"/>
            <a:ext cx="0" cy="88553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7FFA9E3-739E-ECCF-3938-D0DB40D6057F}"/>
              </a:ext>
            </a:extLst>
          </p:cNvPr>
          <p:cNvCxnSpPr>
            <a:cxnSpLocks/>
          </p:cNvCxnSpPr>
          <p:nvPr/>
        </p:nvCxnSpPr>
        <p:spPr>
          <a:xfrm>
            <a:off x="8184782" y="3141379"/>
            <a:ext cx="207513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464D05A-9F7B-EDDA-85DC-FB8DD2B49F75}"/>
              </a:ext>
            </a:extLst>
          </p:cNvPr>
          <p:cNvSpPr txBox="1"/>
          <p:nvPr/>
        </p:nvSpPr>
        <p:spPr>
          <a:xfrm>
            <a:off x="8171469" y="2820290"/>
            <a:ext cx="2099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b="1" dirty="0"/>
              <a:t>UDP Port 1001-1002</a:t>
            </a:r>
            <a:endParaRPr lang="en-US" sz="14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0E48E7-1115-5081-6A27-1BB9C7D0D02C}"/>
              </a:ext>
            </a:extLst>
          </p:cNvPr>
          <p:cNvSpPr txBox="1"/>
          <p:nvPr/>
        </p:nvSpPr>
        <p:spPr>
          <a:xfrm>
            <a:off x="8110193" y="3247699"/>
            <a:ext cx="2212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b="1" dirty="0"/>
              <a:t>Pozicija loptice i reketa</a:t>
            </a:r>
            <a:endParaRPr lang="en-US" sz="1400" b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B81A150-558A-C7A7-6089-9C0E4E27EC4F}"/>
              </a:ext>
            </a:extLst>
          </p:cNvPr>
          <p:cNvCxnSpPr>
            <a:cxnSpLocks/>
          </p:cNvCxnSpPr>
          <p:nvPr/>
        </p:nvCxnSpPr>
        <p:spPr>
          <a:xfrm>
            <a:off x="2583335" y="4229561"/>
            <a:ext cx="672759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Graphic 47" descr="Male profile">
            <a:extLst>
              <a:ext uri="{FF2B5EF4-FFF2-40B4-BE49-F238E27FC236}">
                <a16:creationId xmlns:a16="http://schemas.microsoft.com/office/drawing/2014/main" id="{D6579E90-A686-0021-3959-04CBBF5BBF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61147" y="3813956"/>
            <a:ext cx="826391" cy="826391"/>
          </a:xfrm>
          <a:prstGeom prst="rect">
            <a:avLst/>
          </a:prstGeom>
        </p:spPr>
      </p:pic>
      <p:pic>
        <p:nvPicPr>
          <p:cNvPr id="51" name="Graphic 50" descr="Male profile">
            <a:extLst>
              <a:ext uri="{FF2B5EF4-FFF2-40B4-BE49-F238E27FC236}">
                <a16:creationId xmlns:a16="http://schemas.microsoft.com/office/drawing/2014/main" id="{98226552-5484-0ABA-AE99-CE57290DDC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3626" y="3806659"/>
            <a:ext cx="914400" cy="914400"/>
          </a:xfrm>
          <a:prstGeom prst="rect">
            <a:avLst/>
          </a:prstGeom>
        </p:spPr>
      </p:pic>
      <p:pic>
        <p:nvPicPr>
          <p:cNvPr id="52" name="Graphic 51" descr="Male profile">
            <a:extLst>
              <a:ext uri="{FF2B5EF4-FFF2-40B4-BE49-F238E27FC236}">
                <a16:creationId xmlns:a16="http://schemas.microsoft.com/office/drawing/2014/main" id="{84BFD057-20FE-9CBD-7B79-3F6F853A67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87538" y="3695305"/>
            <a:ext cx="1106903" cy="1106903"/>
          </a:xfrm>
          <a:prstGeom prst="rect">
            <a:avLst/>
          </a:prstGeom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C251F5A3-FD8F-7C69-D174-F015159B879D}"/>
              </a:ext>
            </a:extLst>
          </p:cNvPr>
          <p:cNvGrpSpPr/>
          <p:nvPr/>
        </p:nvGrpSpPr>
        <p:grpSpPr>
          <a:xfrm>
            <a:off x="351557" y="5405116"/>
            <a:ext cx="1335927" cy="926404"/>
            <a:chOff x="459596" y="5367432"/>
            <a:chExt cx="1628441" cy="1067777"/>
          </a:xfrm>
        </p:grpSpPr>
        <p:pic>
          <p:nvPicPr>
            <p:cNvPr id="57" name="Graphic 56" descr="Male profile">
              <a:extLst>
                <a:ext uri="{FF2B5EF4-FFF2-40B4-BE49-F238E27FC236}">
                  <a16:creationId xmlns:a16="http://schemas.microsoft.com/office/drawing/2014/main" id="{AD417533-C46C-B850-6299-A1BC4B101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07496" y="5367432"/>
              <a:ext cx="914400" cy="914400"/>
            </a:xfrm>
            <a:prstGeom prst="rect">
              <a:avLst/>
            </a:prstGeom>
          </p:spPr>
        </p:pic>
        <p:pic>
          <p:nvPicPr>
            <p:cNvPr id="59" name="Graphic 58" descr="Male profile">
              <a:extLst>
                <a:ext uri="{FF2B5EF4-FFF2-40B4-BE49-F238E27FC236}">
                  <a16:creationId xmlns:a16="http://schemas.microsoft.com/office/drawing/2014/main" id="{AD864949-B9EB-1311-7B73-BEB45931A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59596" y="5520809"/>
              <a:ext cx="914400" cy="914400"/>
            </a:xfrm>
            <a:prstGeom prst="rect">
              <a:avLst/>
            </a:prstGeom>
          </p:spPr>
        </p:pic>
        <p:pic>
          <p:nvPicPr>
            <p:cNvPr id="60" name="Graphic 59" descr="Male profile">
              <a:extLst>
                <a:ext uri="{FF2B5EF4-FFF2-40B4-BE49-F238E27FC236}">
                  <a16:creationId xmlns:a16="http://schemas.microsoft.com/office/drawing/2014/main" id="{198C6B47-DD20-954C-3FB2-2847638BB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73637" y="5520809"/>
              <a:ext cx="914400" cy="914400"/>
            </a:xfrm>
            <a:prstGeom prst="rect">
              <a:avLst/>
            </a:prstGeom>
          </p:spPr>
        </p:pic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E8325B-E7D9-91A2-6DD3-A461144FB161}"/>
              </a:ext>
            </a:extLst>
          </p:cNvPr>
          <p:cNvCxnSpPr>
            <a:cxnSpLocks/>
          </p:cNvCxnSpPr>
          <p:nvPr/>
        </p:nvCxnSpPr>
        <p:spPr>
          <a:xfrm>
            <a:off x="9800826" y="4890745"/>
            <a:ext cx="0" cy="3788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CC99BBA-EE94-427C-E417-A303CB3AF661}"/>
              </a:ext>
            </a:extLst>
          </p:cNvPr>
          <p:cNvCxnSpPr>
            <a:cxnSpLocks/>
          </p:cNvCxnSpPr>
          <p:nvPr/>
        </p:nvCxnSpPr>
        <p:spPr>
          <a:xfrm>
            <a:off x="11140989" y="4899685"/>
            <a:ext cx="0" cy="3698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3B701F3-5E9A-7D7D-436F-6AF09B3AC036}"/>
              </a:ext>
            </a:extLst>
          </p:cNvPr>
          <p:cNvCxnSpPr>
            <a:cxnSpLocks/>
          </p:cNvCxnSpPr>
          <p:nvPr/>
        </p:nvCxnSpPr>
        <p:spPr>
          <a:xfrm>
            <a:off x="9870780" y="4971894"/>
            <a:ext cx="11758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4A2A4D3-913C-2093-3F85-BDC030C344CE}"/>
              </a:ext>
            </a:extLst>
          </p:cNvPr>
          <p:cNvGrpSpPr/>
          <p:nvPr/>
        </p:nvGrpSpPr>
        <p:grpSpPr>
          <a:xfrm>
            <a:off x="9175963" y="5708912"/>
            <a:ext cx="1147212" cy="845791"/>
            <a:chOff x="8497835" y="5666489"/>
            <a:chExt cx="1147212" cy="845791"/>
          </a:xfrm>
        </p:grpSpPr>
        <p:pic>
          <p:nvPicPr>
            <p:cNvPr id="74" name="Graphic 73" descr="Male profile">
              <a:extLst>
                <a:ext uri="{FF2B5EF4-FFF2-40B4-BE49-F238E27FC236}">
                  <a16:creationId xmlns:a16="http://schemas.microsoft.com/office/drawing/2014/main" id="{4BF31A7E-2384-E22C-E0AB-2D83409CC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891318" y="5666489"/>
              <a:ext cx="753729" cy="757674"/>
            </a:xfrm>
            <a:prstGeom prst="rect">
              <a:avLst/>
            </a:prstGeom>
          </p:spPr>
        </p:pic>
        <p:pic>
          <p:nvPicPr>
            <p:cNvPr id="73" name="Graphic 72" descr="Male profile">
              <a:extLst>
                <a:ext uri="{FF2B5EF4-FFF2-40B4-BE49-F238E27FC236}">
                  <a16:creationId xmlns:a16="http://schemas.microsoft.com/office/drawing/2014/main" id="{A2948723-AA70-EA2F-A113-8563B9C59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97835" y="5666489"/>
              <a:ext cx="845791" cy="845791"/>
            </a:xfrm>
            <a:prstGeom prst="rect">
              <a:avLst/>
            </a:prstGeom>
          </p:spPr>
        </p:pic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8670D715-748E-1C00-E07E-68EBCF0571F5}"/>
              </a:ext>
            </a:extLst>
          </p:cNvPr>
          <p:cNvSpPr txBox="1"/>
          <p:nvPr/>
        </p:nvSpPr>
        <p:spPr>
          <a:xfrm>
            <a:off x="9535252" y="4561894"/>
            <a:ext cx="210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par 1     vs      par 2</a:t>
            </a:r>
            <a:endParaRPr lang="en-US" b="1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C34CD90-D8DB-D0A6-1F05-96A64CBD59B6}"/>
              </a:ext>
            </a:extLst>
          </p:cNvPr>
          <p:cNvGrpSpPr/>
          <p:nvPr/>
        </p:nvGrpSpPr>
        <p:grpSpPr>
          <a:xfrm>
            <a:off x="10571827" y="5708912"/>
            <a:ext cx="1147212" cy="845791"/>
            <a:chOff x="8497835" y="5666489"/>
            <a:chExt cx="1147212" cy="845791"/>
          </a:xfrm>
        </p:grpSpPr>
        <p:pic>
          <p:nvPicPr>
            <p:cNvPr id="80" name="Graphic 79" descr="Male profile">
              <a:extLst>
                <a:ext uri="{FF2B5EF4-FFF2-40B4-BE49-F238E27FC236}">
                  <a16:creationId xmlns:a16="http://schemas.microsoft.com/office/drawing/2014/main" id="{810635BE-FA8E-A9D9-EB4B-A35BEF73F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891318" y="5666489"/>
              <a:ext cx="753729" cy="757674"/>
            </a:xfrm>
            <a:prstGeom prst="rect">
              <a:avLst/>
            </a:prstGeom>
          </p:spPr>
        </p:pic>
        <p:pic>
          <p:nvPicPr>
            <p:cNvPr id="81" name="Graphic 80" descr="Male profile">
              <a:extLst>
                <a:ext uri="{FF2B5EF4-FFF2-40B4-BE49-F238E27FC236}">
                  <a16:creationId xmlns:a16="http://schemas.microsoft.com/office/drawing/2014/main" id="{21463A27-5E35-537E-BA99-A002554E5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97835" y="5666489"/>
              <a:ext cx="845791" cy="845791"/>
            </a:xfrm>
            <a:prstGeom prst="rect">
              <a:avLst/>
            </a:prstGeom>
          </p:spPr>
        </p:pic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FEE3BEC8-630F-DF20-81D9-F124F042105A}"/>
              </a:ext>
            </a:extLst>
          </p:cNvPr>
          <p:cNvSpPr txBox="1"/>
          <p:nvPr/>
        </p:nvSpPr>
        <p:spPr>
          <a:xfrm>
            <a:off x="9160730" y="5234834"/>
            <a:ext cx="1268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b="1" dirty="0"/>
              <a:t>UDP portovi </a:t>
            </a:r>
          </a:p>
          <a:p>
            <a:pPr algn="ctr"/>
            <a:r>
              <a:rPr lang="sr-Latn-RS" sz="1400" b="1" dirty="0"/>
              <a:t>2001 / 2002</a:t>
            </a:r>
            <a:endParaRPr lang="en-US" sz="14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2B2ED-9DCA-2A0C-68E6-7942039F5337}"/>
              </a:ext>
            </a:extLst>
          </p:cNvPr>
          <p:cNvSpPr txBox="1"/>
          <p:nvPr/>
        </p:nvSpPr>
        <p:spPr>
          <a:xfrm>
            <a:off x="10444094" y="5213120"/>
            <a:ext cx="1396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400" b="1" dirty="0"/>
              <a:t>UDP portovi</a:t>
            </a:r>
          </a:p>
          <a:p>
            <a:pPr algn="ctr"/>
            <a:r>
              <a:rPr lang="sr-Latn-RS" sz="1400" b="1" dirty="0"/>
              <a:t>2003 / 2004</a:t>
            </a:r>
            <a:endParaRPr lang="en-US" sz="14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5CCCC3-B96D-98F5-7F01-E493F43AD3BF}"/>
              </a:ext>
            </a:extLst>
          </p:cNvPr>
          <p:cNvSpPr txBox="1"/>
          <p:nvPr/>
        </p:nvSpPr>
        <p:spPr>
          <a:xfrm>
            <a:off x="790580" y="4983527"/>
            <a:ext cx="149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b="1" u="sng" dirty="0"/>
              <a:t>Više igrača</a:t>
            </a:r>
            <a:endParaRPr lang="en-US" b="1" u="sng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DBBA3C0-41B7-A2B0-22CF-A182739C565C}"/>
              </a:ext>
            </a:extLst>
          </p:cNvPr>
          <p:cNvSpPr/>
          <p:nvPr/>
        </p:nvSpPr>
        <p:spPr>
          <a:xfrm>
            <a:off x="301657" y="4858770"/>
            <a:ext cx="2482995" cy="1683232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70D86DE-A230-566C-0376-3B8D8D9CD536}"/>
              </a:ext>
            </a:extLst>
          </p:cNvPr>
          <p:cNvCxnSpPr>
            <a:cxnSpLocks/>
          </p:cNvCxnSpPr>
          <p:nvPr/>
        </p:nvCxnSpPr>
        <p:spPr>
          <a:xfrm>
            <a:off x="1638706" y="5981988"/>
            <a:ext cx="17835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8FCFF94F-BDC7-3BB7-0302-4EA2B66ED842}"/>
              </a:ext>
            </a:extLst>
          </p:cNvPr>
          <p:cNvSpPr txBox="1"/>
          <p:nvPr/>
        </p:nvSpPr>
        <p:spPr>
          <a:xfrm>
            <a:off x="1648133" y="5662288"/>
            <a:ext cx="1553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b="1" dirty="0"/>
              <a:t>TCP prijave</a:t>
            </a:r>
            <a:endParaRPr lang="en-US" sz="1600" b="1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8C4BB39-B18E-FC9A-A1A5-D6247B7C4E25}"/>
              </a:ext>
            </a:extLst>
          </p:cNvPr>
          <p:cNvCxnSpPr>
            <a:cxnSpLocks/>
          </p:cNvCxnSpPr>
          <p:nvPr/>
        </p:nvCxnSpPr>
        <p:spPr>
          <a:xfrm>
            <a:off x="3101421" y="4407987"/>
            <a:ext cx="0" cy="144243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45A012F-4963-5E2F-6169-F62B17A4CC64}"/>
              </a:ext>
            </a:extLst>
          </p:cNvPr>
          <p:cNvSpPr/>
          <p:nvPr/>
        </p:nvSpPr>
        <p:spPr>
          <a:xfrm>
            <a:off x="3518619" y="5807176"/>
            <a:ext cx="1783571" cy="428975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581C0A-014D-CC34-2343-1CE2AD506D76}"/>
              </a:ext>
            </a:extLst>
          </p:cNvPr>
          <p:cNvSpPr txBox="1"/>
          <p:nvPr/>
        </p:nvSpPr>
        <p:spPr>
          <a:xfrm>
            <a:off x="3494905" y="5850417"/>
            <a:ext cx="2611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b="1" dirty="0">
                <a:solidFill>
                  <a:schemeClr val="bg1"/>
                </a:solidFill>
              </a:rPr>
              <a:t>Generisanje Parova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C966F30B-17EA-E718-7E40-5E4155542315}"/>
              </a:ext>
            </a:extLst>
          </p:cNvPr>
          <p:cNvSpPr/>
          <p:nvPr/>
        </p:nvSpPr>
        <p:spPr>
          <a:xfrm>
            <a:off x="6499597" y="5784563"/>
            <a:ext cx="1783571" cy="428975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2E361F7-5DFF-1C94-DA4B-C3DD7A01A66D}"/>
              </a:ext>
            </a:extLst>
          </p:cNvPr>
          <p:cNvSpPr txBox="1"/>
          <p:nvPr/>
        </p:nvSpPr>
        <p:spPr>
          <a:xfrm>
            <a:off x="6499597" y="5835168"/>
            <a:ext cx="1783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600" b="1" dirty="0">
                <a:solidFill>
                  <a:schemeClr val="bg1"/>
                </a:solidFill>
              </a:rPr>
              <a:t>Turnir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2737CB7-E20A-1A03-DB26-98E18364AF91}"/>
              </a:ext>
            </a:extLst>
          </p:cNvPr>
          <p:cNvCxnSpPr/>
          <p:nvPr/>
        </p:nvCxnSpPr>
        <p:spPr>
          <a:xfrm>
            <a:off x="5420412" y="6019694"/>
            <a:ext cx="9426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BA45958-EAF3-F831-2422-E1F4B5F3EAE2}"/>
              </a:ext>
            </a:extLst>
          </p:cNvPr>
          <p:cNvCxnSpPr>
            <a:cxnSpLocks/>
          </p:cNvCxnSpPr>
          <p:nvPr/>
        </p:nvCxnSpPr>
        <p:spPr>
          <a:xfrm>
            <a:off x="8378069" y="5981988"/>
            <a:ext cx="7978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BB93125-337E-D8E1-5C28-0389DF7265D4}"/>
              </a:ext>
            </a:extLst>
          </p:cNvPr>
          <p:cNvCxnSpPr>
            <a:cxnSpLocks/>
          </p:cNvCxnSpPr>
          <p:nvPr/>
        </p:nvCxnSpPr>
        <p:spPr>
          <a:xfrm>
            <a:off x="4814736" y="652007"/>
            <a:ext cx="25625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E4F5FEA-80B6-3AB0-E9E1-4C951701972B}"/>
              </a:ext>
            </a:extLst>
          </p:cNvPr>
          <p:cNvSpPr txBox="1"/>
          <p:nvPr/>
        </p:nvSpPr>
        <p:spPr>
          <a:xfrm>
            <a:off x="4729152" y="720637"/>
            <a:ext cx="27336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200" dirty="0">
                <a:solidFill>
                  <a:schemeClr val="bg1"/>
                </a:solidFill>
              </a:rPr>
              <a:t>Upravljanje i Administracija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67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 30/2023 - Pavlović Sara</dc:creator>
  <cp:lastModifiedBy>PR 30/2023 - Pavlović Sara</cp:lastModifiedBy>
  <cp:revision>1</cp:revision>
  <dcterms:created xsi:type="dcterms:W3CDTF">2026-02-03T23:48:46Z</dcterms:created>
  <dcterms:modified xsi:type="dcterms:W3CDTF">2026-02-03T23:49:31Z</dcterms:modified>
</cp:coreProperties>
</file>